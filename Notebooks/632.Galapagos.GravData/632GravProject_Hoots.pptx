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"/>
  </p:notes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6301"/>
  </p:normalViewPr>
  <p:slideViewPr>
    <p:cSldViewPr snapToGrid="0">
      <p:cViewPr varScale="1">
        <p:scale>
          <a:sx n="122" d="100"/>
          <a:sy n="122" d="100"/>
        </p:scale>
        <p:origin x="744" y="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5641A08-E969-3E4C-B5AC-DDA7384ECD4C}" type="datetimeFigureOut">
              <a:rPr lang="en-US" smtClean="0"/>
              <a:t>3/23/25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6FE0DAD-B2EC-7F4E-B670-23F3983294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162396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6FE0DAD-B2EC-7F4E-B670-23F3983294CE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833640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301CBE-EEB6-873F-4CDA-D391301324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DAD6CF9-5569-32AE-FFF0-1CB9EF0D96C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33E55BB-9AC1-FC7F-A05B-08B51A481D3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DD27AAE-7E52-9B0B-E11A-F857BC4B47E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6FE0DAD-B2EC-7F4E-B670-23F3983294CE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385182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0A2049-0EBD-85B1-AB93-D995C516F82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EE50349-F06C-FA3F-F059-34B09516232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765BE4-BA7A-D571-0E43-7CF8AAAF1A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E3F21D-4917-274F-9807-564DB496F4B9}" type="datetimeFigureOut">
              <a:rPr lang="en-US" smtClean="0"/>
              <a:t>3/23/25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B45DEC-0642-873D-10E0-3FE370963B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A139C2-7FAE-C03E-13E5-88568C8AC3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A07925-8479-D040-B605-88357F64C1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56824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F44099-E4BF-839A-1463-1D3D0EBD2A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7B5A00-CF2F-CF91-2AEC-32A9E581B9C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16F6EB-B327-6E53-70C0-0D79A0FA49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E3F21D-4917-274F-9807-564DB496F4B9}" type="datetimeFigureOut">
              <a:rPr lang="en-US" smtClean="0"/>
              <a:t>3/23/25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C27E9E-60BF-80DE-EDA4-F0CB4B3765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6BC4D7-28D6-D185-DA16-F47E113125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A07925-8479-D040-B605-88357F64C1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99753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1BFB77-F295-3790-FF72-3B26DA3B45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3168E29-D745-43F9-4414-43FDCC803E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2849BF-BBB5-A2FB-C3EF-76CB75C350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E3F21D-4917-274F-9807-564DB496F4B9}" type="datetimeFigureOut">
              <a:rPr lang="en-US" smtClean="0"/>
              <a:t>3/23/25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586A73-0504-6DA5-DB1B-8669D02AB1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77FB3B-F326-8B3D-AE14-F199026975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A07925-8479-D040-B605-88357F64C1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71002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793F9F-A4BC-623C-599C-3E72132BF6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C67618-C72A-DC11-0C17-A9EF37E5B54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8779D8F-CE5E-55E6-3EF0-467ADC5454E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D956B6D-F58F-8B6B-C0B6-668C6AA395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E3F21D-4917-274F-9807-564DB496F4B9}" type="datetimeFigureOut">
              <a:rPr lang="en-US" smtClean="0"/>
              <a:t>3/23/25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6CFBB67-EF78-5D21-908E-B72F510A7F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7DD259B-E693-A067-0657-5CBBBB0D75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A07925-8479-D040-B605-88357F64C1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7588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9C621A-2752-EA5C-3D09-8626A7E6C0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B1A33BD-3DA0-C537-F835-FD959649856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6AA8647-8CBA-11D4-A966-EE8CAED5897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A39252C-5ECC-8594-8145-6C0F8568863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4EABDAF-150A-985D-4724-BAAF52C003E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094AE21-B166-B552-60CA-F7716048F0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E3F21D-4917-274F-9807-564DB496F4B9}" type="datetimeFigureOut">
              <a:rPr lang="en-US" smtClean="0"/>
              <a:t>3/23/25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DF9CFDA-F4BE-D2CC-6D60-6A92F7AD53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E504830-0553-0812-589A-093186D82A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A07925-8479-D040-B605-88357F64C1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63422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0377AC-6ECB-C5B9-DC1D-A3207BE693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7758BFF-F3D1-B8D7-525B-259F48975C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E3F21D-4917-274F-9807-564DB496F4B9}" type="datetimeFigureOut">
              <a:rPr lang="en-US" smtClean="0"/>
              <a:t>3/23/25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8BE49C9-CD54-58B3-0325-4F575C10BB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C2C83B5-4BE6-0FED-8EFF-05C460FE08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A07925-8479-D040-B605-88357F64C1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89029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4AE54EB-9AC9-3425-E0D9-78B412027D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E3F21D-4917-274F-9807-564DB496F4B9}" type="datetimeFigureOut">
              <a:rPr lang="en-US" smtClean="0"/>
              <a:t>3/23/25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08F0F17-23AB-B1B8-38A6-1340781D83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7D94CFD-6A71-38C7-4BC8-25C5564F7E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A07925-8479-D040-B605-88357F64C1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2709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210DAE-3D32-72BC-81E1-36E2A40A5C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11CB82-3A35-07C9-CE07-34469E334A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029E215-FF09-9794-D88B-D6A27B20A4E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F29D36B-7677-F3F3-B2F6-E145ECFB55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E3F21D-4917-274F-9807-564DB496F4B9}" type="datetimeFigureOut">
              <a:rPr lang="en-US" smtClean="0"/>
              <a:t>3/23/25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2DD6DC0-A5A7-0BBC-2996-E3190E14C2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91C310E-B912-BCA6-6C6F-D5520D9F53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A07925-8479-D040-B605-88357F64C1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6549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C7F6F0-580E-0657-EA3B-89F22ED754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2ADA3BD-ADAC-C6BF-041C-5CD6668F278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7BF8F27-71F0-9C42-8D21-78EAC7B0358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1A22E9C-1303-4056-D3E1-371D4ABAF3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E3F21D-4917-274F-9807-564DB496F4B9}" type="datetimeFigureOut">
              <a:rPr lang="en-US" smtClean="0"/>
              <a:t>3/23/25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740521F-6D4B-DF71-563B-34815B7CDF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ADDE4C3-246D-2689-E81B-6D89E6772F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A07925-8479-D040-B605-88357F64C1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79346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917076-984E-1F58-4503-B17426EA4A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B7F2721-3478-CDB0-0BB2-1A10C16820D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7A2139E-7300-C528-D961-666A512AB4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E3F21D-4917-274F-9807-564DB496F4B9}" type="datetimeFigureOut">
              <a:rPr lang="en-US" smtClean="0"/>
              <a:t>3/23/25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88ED6D-A50F-E5E2-CA14-97618C2D62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556485-AE12-E470-B291-3A77E93833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A07925-8479-D040-B605-88357F64C1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82091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91FEE7E-1E89-C342-A4FE-8FFE8DC7C19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F091E53-FA19-2889-9888-400A5298924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0F9B6B-7349-4471-7827-18DDE3384A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E3F21D-4917-274F-9807-564DB496F4B9}" type="datetimeFigureOut">
              <a:rPr lang="en-US" smtClean="0"/>
              <a:t>3/23/25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FEBBEA4-341C-77C2-E49F-7BE31DB446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2D53D9-27BD-D893-6B53-34D4F9E173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A07925-8479-D040-B605-88357F64C1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64998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95D34A1-E8BB-57DB-FD2D-220CB0868F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88A7C70-65C9-C3B9-42C8-4D34F790040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35E01D-8B31-2247-583D-FC58FF5B0AC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BE3F21D-4917-274F-9807-564DB496F4B9}" type="datetimeFigureOut">
              <a:rPr lang="en-US" smtClean="0"/>
              <a:t>3/23/25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F2E633-C872-8FAA-632C-BE36170E2F3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28F1E0-0EAB-807D-6CE9-9C39D68685C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4A07925-8479-D040-B605-88357F64C1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95291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map of the island of the pacific ocean&#10;&#10;AI-generated content may be incorrect.">
            <a:extLst>
              <a:ext uri="{FF2B5EF4-FFF2-40B4-BE49-F238E27FC236}">
                <a16:creationId xmlns:a16="http://schemas.microsoft.com/office/drawing/2014/main" id="{FC5A7AD4-6397-1806-0E8F-2F08780B581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05032"/>
            <a:ext cx="12188979" cy="66479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222988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7A7EC0-FBDA-FEA1-23D3-AF5DAEC020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map of the island of the pacific ocean&#10;&#10;AI-generated content may be incorrect.">
            <a:extLst>
              <a:ext uri="{FF2B5EF4-FFF2-40B4-BE49-F238E27FC236}">
                <a16:creationId xmlns:a16="http://schemas.microsoft.com/office/drawing/2014/main" id="{965A41D0-F315-DA5E-0045-7F0BE5432CB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05032"/>
            <a:ext cx="12188979" cy="6647935"/>
          </a:xfrm>
          <a:prstGeom prst="rect">
            <a:avLst/>
          </a:prstGeom>
        </p:spPr>
      </p:pic>
      <p:pic>
        <p:nvPicPr>
          <p:cNvPr id="7" name="Picture 6" descr="A bar of green and blue color&#10;&#10;AI-generated content may be incorrect.">
            <a:extLst>
              <a:ext uri="{FF2B5EF4-FFF2-40B4-BE49-F238E27FC236}">
                <a16:creationId xmlns:a16="http://schemas.microsoft.com/office/drawing/2014/main" id="{A3D8EFEE-0390-2022-B4C2-D4314AF30DB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9047" y="5795893"/>
            <a:ext cx="3680302" cy="4868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522966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2</Words>
  <Application>Microsoft Macintosh PowerPoint</Application>
  <PresentationFormat>Widescreen</PresentationFormat>
  <Paragraphs>2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Charles Hoots</dc:creator>
  <cp:lastModifiedBy>Charles Hoots</cp:lastModifiedBy>
  <cp:revision>2</cp:revision>
  <dcterms:created xsi:type="dcterms:W3CDTF">2025-03-24T00:04:29Z</dcterms:created>
  <dcterms:modified xsi:type="dcterms:W3CDTF">2025-03-24T00:07:53Z</dcterms:modified>
</cp:coreProperties>
</file>