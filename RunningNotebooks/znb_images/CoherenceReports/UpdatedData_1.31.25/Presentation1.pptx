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35CC-562D-2439-6203-C58BF2D64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030A7-2E2A-FA7F-360E-E5FEDEC7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1D5A-4B5D-1E29-7FB9-534D03A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DD893-455C-345E-11F7-A7A64738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7AF9-DB89-B8AD-94DD-94CC0A88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7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80D9-DA6F-C1A3-704F-75E7A3AF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CFBA-1B42-4732-5780-8E87B3CA3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63AE-24B2-622B-7A43-9F12D25B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6EE76-A359-2F33-EBC3-2F0F551E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34F69-ED8C-4FFD-7580-DBF372C8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F979-69A5-E7A0-6945-B86F41E3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30CE8-4821-C13E-F313-A670B413B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9A4A7-E19D-6EB3-6860-5D8D9C83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C11BE-A7C9-C331-6863-19279B2C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6EE17-8AFA-ECCA-AF76-E26F48EFE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26CD-FA20-CCE9-87EC-E2FDEF16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3660E-6E11-4A54-8EBD-28D3CECA9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236FD-0743-93AF-A855-4AE645208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B175B-4228-C455-E298-8F7D50D1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8B58C-3E82-C9B9-85AF-024F12C0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DE532-3803-7777-74F5-882E0043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3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F66E-9339-A26B-6AA6-2A09A0C5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04A1-7B2C-D75D-3289-A124D2FAF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5429-E31A-0AA4-4E98-555A21445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29E1F-B2C6-A7DA-879C-0CEB32D44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7B170-6A13-E769-2049-37672655E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C1325-C731-D88F-45CD-4A3FC282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DAFE7-1243-FEE7-E284-9024C3EFF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108E4E-2C59-1AF7-9A27-7FD8BAEF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3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DD10-0A8E-F0A9-A3F6-08CD76A9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6D4A0-993A-DD2B-845D-56C4486F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EEA30-9180-71AE-62EB-6C440E9F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AE66D-D420-38F2-5BB4-32288B52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7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C8D97-9C40-75F0-2A3B-741D3447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66BFA-8A3F-1E33-6118-61DD6B54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7F6A6-9CAC-EF89-7C37-D29A48AD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0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3E40-FCB1-3358-3D87-9192A337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65699-2EBE-F3E4-F712-9C3A856B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384E4-069D-BAF5-2861-5A04DBA43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BAC3-75FE-E24E-C584-0038EFCD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CD30-89C0-20EB-5C93-78BC2F533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81D34-CEF6-92AC-3C1A-306BF0E12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76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473C-023A-F9D6-D8FF-657782D8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6DD6A3-6463-8AE5-3B39-4D571952B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86317-C41B-28EB-5679-5450D62D9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0011E-885D-73B4-1F67-F39148A3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F19FA-E53A-D5F1-C494-AD8B1E4E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33FF3-D018-E091-B42B-A1AD9728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7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32FE-C795-DF7F-3902-C1499783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AC88F-B920-703B-E7EF-5A7296A9B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4D8D5-EF9C-2329-3E4C-6781ADED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0B3C-3BE3-6EB0-7FB4-79DFAC8E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2C14-D134-C403-BEB0-E5A47DB6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0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02298-8BBB-EC4C-1C54-A6C1F935D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F2053-DF1E-A64C-56D3-4F7BBAD25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26BE-C725-A030-FD3B-75634B16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CBAE7-DCA4-8236-C1D5-6ADB63E5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9F534-10C1-18E9-68EA-E5EAFC92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9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2BDAF-553A-1D13-90E4-3C037367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E03F0-13C2-7979-B3A1-3DF687334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015F-6570-8224-BBA1-15712398C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7FF42-4BCD-0A4A-9EBF-39504345DD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B32D-F777-3FCB-1EE7-8344178A5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02021-F06A-9670-94AB-50074C2A7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07107-4460-B745-80EC-2A0788FAD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3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arthquake.usgs.gov/earthquakes/eventpage/us7000pbau/executiv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67E97-BBD7-E373-E69A-6BA616ACC361}"/>
              </a:ext>
            </a:extLst>
          </p:cNvPr>
          <p:cNvSpPr txBox="1"/>
          <p:nvPr/>
        </p:nvSpPr>
        <p:spPr>
          <a:xfrm>
            <a:off x="0" y="6317292"/>
            <a:ext cx="8668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2"/>
              </a:rPr>
              <a:t>https://earthquake.usgs.gov/earthquakes/eventpage/us7000pbau/executive</a:t>
            </a:r>
            <a:endParaRPr lang="en-US" b="1" dirty="0"/>
          </a:p>
          <a:p>
            <a:endParaRPr lang="en-US" b="1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94FA8-3CFD-0510-C4C5-ABC2B01AD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557591" cy="631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8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Hoots</dc:creator>
  <cp:lastModifiedBy>Charles Hoots</cp:lastModifiedBy>
  <cp:revision>1</cp:revision>
  <dcterms:created xsi:type="dcterms:W3CDTF">2025-02-04T23:28:41Z</dcterms:created>
  <dcterms:modified xsi:type="dcterms:W3CDTF">2025-02-04T23:29:55Z</dcterms:modified>
</cp:coreProperties>
</file>