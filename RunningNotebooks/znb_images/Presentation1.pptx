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0AB33-574A-FDC3-6DB2-73EDBC552F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601C02-D537-B3B0-C4E6-186FEEB69A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50CC5B-2F43-BFCA-3DAF-E13EAA17DF4D}"/>
              </a:ext>
            </a:extLst>
          </p:cNvPr>
          <p:cNvSpPr>
            <a:spLocks noGrp="1"/>
          </p:cNvSpPr>
          <p:nvPr>
            <p:ph type="dt" sz="half" idx="10"/>
          </p:nvPr>
        </p:nvSpPr>
        <p:spPr/>
        <p:txBody>
          <a:bodyPr/>
          <a:lstStyle/>
          <a:p>
            <a:fld id="{36EF8E0E-57AE-D743-95EA-18CBB7A6A8D2}" type="datetimeFigureOut">
              <a:rPr lang="en-US" smtClean="0"/>
              <a:t>2/10/25</a:t>
            </a:fld>
            <a:endParaRPr lang="en-US"/>
          </a:p>
        </p:txBody>
      </p:sp>
      <p:sp>
        <p:nvSpPr>
          <p:cNvPr id="5" name="Footer Placeholder 4">
            <a:extLst>
              <a:ext uri="{FF2B5EF4-FFF2-40B4-BE49-F238E27FC236}">
                <a16:creationId xmlns:a16="http://schemas.microsoft.com/office/drawing/2014/main" id="{21E12F5F-21FD-580E-1DC1-3D6C311B4F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C09AD-C4A6-9462-1E73-37A904B16F3D}"/>
              </a:ext>
            </a:extLst>
          </p:cNvPr>
          <p:cNvSpPr>
            <a:spLocks noGrp="1"/>
          </p:cNvSpPr>
          <p:nvPr>
            <p:ph type="sldNum" sz="quarter" idx="12"/>
          </p:nvPr>
        </p:nvSpPr>
        <p:spPr/>
        <p:txBody>
          <a:bodyPr/>
          <a:lstStyle/>
          <a:p>
            <a:fld id="{B1866133-943D-C94F-8EE1-DA00B7286B51}" type="slidenum">
              <a:rPr lang="en-US" smtClean="0"/>
              <a:t>‹#›</a:t>
            </a:fld>
            <a:endParaRPr lang="en-US"/>
          </a:p>
        </p:txBody>
      </p:sp>
    </p:spTree>
    <p:extLst>
      <p:ext uri="{BB962C8B-B14F-4D97-AF65-F5344CB8AC3E}">
        <p14:creationId xmlns:p14="http://schemas.microsoft.com/office/powerpoint/2010/main" val="2341533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5E5CD-A237-8DB8-8327-D3C4B13920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0033F1-F8A0-2D41-5BBB-6EFAD40440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AE70D1-0CA1-3023-E3E4-5F9E530690FA}"/>
              </a:ext>
            </a:extLst>
          </p:cNvPr>
          <p:cNvSpPr>
            <a:spLocks noGrp="1"/>
          </p:cNvSpPr>
          <p:nvPr>
            <p:ph type="dt" sz="half" idx="10"/>
          </p:nvPr>
        </p:nvSpPr>
        <p:spPr/>
        <p:txBody>
          <a:bodyPr/>
          <a:lstStyle/>
          <a:p>
            <a:fld id="{36EF8E0E-57AE-D743-95EA-18CBB7A6A8D2}" type="datetimeFigureOut">
              <a:rPr lang="en-US" smtClean="0"/>
              <a:t>2/10/25</a:t>
            </a:fld>
            <a:endParaRPr lang="en-US"/>
          </a:p>
        </p:txBody>
      </p:sp>
      <p:sp>
        <p:nvSpPr>
          <p:cNvPr id="5" name="Footer Placeholder 4">
            <a:extLst>
              <a:ext uri="{FF2B5EF4-FFF2-40B4-BE49-F238E27FC236}">
                <a16:creationId xmlns:a16="http://schemas.microsoft.com/office/drawing/2014/main" id="{C364A54C-5AD7-AC0C-977E-933E3861B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291E7F-BAAC-9A27-2A17-F2E417DA8234}"/>
              </a:ext>
            </a:extLst>
          </p:cNvPr>
          <p:cNvSpPr>
            <a:spLocks noGrp="1"/>
          </p:cNvSpPr>
          <p:nvPr>
            <p:ph type="sldNum" sz="quarter" idx="12"/>
          </p:nvPr>
        </p:nvSpPr>
        <p:spPr/>
        <p:txBody>
          <a:bodyPr/>
          <a:lstStyle/>
          <a:p>
            <a:fld id="{B1866133-943D-C94F-8EE1-DA00B7286B51}" type="slidenum">
              <a:rPr lang="en-US" smtClean="0"/>
              <a:t>‹#›</a:t>
            </a:fld>
            <a:endParaRPr lang="en-US"/>
          </a:p>
        </p:txBody>
      </p:sp>
    </p:spTree>
    <p:extLst>
      <p:ext uri="{BB962C8B-B14F-4D97-AF65-F5344CB8AC3E}">
        <p14:creationId xmlns:p14="http://schemas.microsoft.com/office/powerpoint/2010/main" val="387645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515DB-05B1-D42B-1AB4-9ADD166504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AB029D-60FD-76B1-ECD7-02D0B5360A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3E7925-55BD-B5EC-F419-33EF8E471EE0}"/>
              </a:ext>
            </a:extLst>
          </p:cNvPr>
          <p:cNvSpPr>
            <a:spLocks noGrp="1"/>
          </p:cNvSpPr>
          <p:nvPr>
            <p:ph type="dt" sz="half" idx="10"/>
          </p:nvPr>
        </p:nvSpPr>
        <p:spPr/>
        <p:txBody>
          <a:bodyPr/>
          <a:lstStyle/>
          <a:p>
            <a:fld id="{36EF8E0E-57AE-D743-95EA-18CBB7A6A8D2}" type="datetimeFigureOut">
              <a:rPr lang="en-US" smtClean="0"/>
              <a:t>2/10/25</a:t>
            </a:fld>
            <a:endParaRPr lang="en-US"/>
          </a:p>
        </p:txBody>
      </p:sp>
      <p:sp>
        <p:nvSpPr>
          <p:cNvPr id="5" name="Footer Placeholder 4">
            <a:extLst>
              <a:ext uri="{FF2B5EF4-FFF2-40B4-BE49-F238E27FC236}">
                <a16:creationId xmlns:a16="http://schemas.microsoft.com/office/drawing/2014/main" id="{E2EB6426-CB68-6891-DEC5-205FD144F1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865A9B-0DC6-582C-A133-9C7E07FD8C2E}"/>
              </a:ext>
            </a:extLst>
          </p:cNvPr>
          <p:cNvSpPr>
            <a:spLocks noGrp="1"/>
          </p:cNvSpPr>
          <p:nvPr>
            <p:ph type="sldNum" sz="quarter" idx="12"/>
          </p:nvPr>
        </p:nvSpPr>
        <p:spPr/>
        <p:txBody>
          <a:bodyPr/>
          <a:lstStyle/>
          <a:p>
            <a:fld id="{B1866133-943D-C94F-8EE1-DA00B7286B51}" type="slidenum">
              <a:rPr lang="en-US" smtClean="0"/>
              <a:t>‹#›</a:t>
            </a:fld>
            <a:endParaRPr lang="en-US"/>
          </a:p>
        </p:txBody>
      </p:sp>
    </p:spTree>
    <p:extLst>
      <p:ext uri="{BB962C8B-B14F-4D97-AF65-F5344CB8AC3E}">
        <p14:creationId xmlns:p14="http://schemas.microsoft.com/office/powerpoint/2010/main" val="1620360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5DF13-F989-C9ED-70F6-4C854B3B43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3C79B4-23EF-D0F9-AA3A-682C762E7C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42EB02-4758-AD46-FA2D-806C373E78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7B0767-4A1B-7B64-1DDF-42D872E77A55}"/>
              </a:ext>
            </a:extLst>
          </p:cNvPr>
          <p:cNvSpPr>
            <a:spLocks noGrp="1"/>
          </p:cNvSpPr>
          <p:nvPr>
            <p:ph type="dt" sz="half" idx="10"/>
          </p:nvPr>
        </p:nvSpPr>
        <p:spPr/>
        <p:txBody>
          <a:bodyPr/>
          <a:lstStyle/>
          <a:p>
            <a:fld id="{36EF8E0E-57AE-D743-95EA-18CBB7A6A8D2}" type="datetimeFigureOut">
              <a:rPr lang="en-US" smtClean="0"/>
              <a:t>2/10/25</a:t>
            </a:fld>
            <a:endParaRPr lang="en-US"/>
          </a:p>
        </p:txBody>
      </p:sp>
      <p:sp>
        <p:nvSpPr>
          <p:cNvPr id="6" name="Footer Placeholder 5">
            <a:extLst>
              <a:ext uri="{FF2B5EF4-FFF2-40B4-BE49-F238E27FC236}">
                <a16:creationId xmlns:a16="http://schemas.microsoft.com/office/drawing/2014/main" id="{A4AC5449-70C4-66A4-1A13-9D4928455D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71D33B-2827-7685-FD59-5B6BE1E466D9}"/>
              </a:ext>
            </a:extLst>
          </p:cNvPr>
          <p:cNvSpPr>
            <a:spLocks noGrp="1"/>
          </p:cNvSpPr>
          <p:nvPr>
            <p:ph type="sldNum" sz="quarter" idx="12"/>
          </p:nvPr>
        </p:nvSpPr>
        <p:spPr/>
        <p:txBody>
          <a:bodyPr/>
          <a:lstStyle/>
          <a:p>
            <a:fld id="{B1866133-943D-C94F-8EE1-DA00B7286B51}" type="slidenum">
              <a:rPr lang="en-US" smtClean="0"/>
              <a:t>‹#›</a:t>
            </a:fld>
            <a:endParaRPr lang="en-US"/>
          </a:p>
        </p:txBody>
      </p:sp>
    </p:spTree>
    <p:extLst>
      <p:ext uri="{BB962C8B-B14F-4D97-AF65-F5344CB8AC3E}">
        <p14:creationId xmlns:p14="http://schemas.microsoft.com/office/powerpoint/2010/main" val="4094917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1A9BF-89D5-9E07-6094-7E39251618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CC1D88-342F-765D-D498-4A03AC572D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DD51D0-D526-6602-F2D7-F0E4EABD06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7822F6-BDAE-05CA-1299-C591A31310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8F06FC-4537-8CB8-2A08-6AD076781A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4EDB07-6471-7019-EA08-9256D242A4EF}"/>
              </a:ext>
            </a:extLst>
          </p:cNvPr>
          <p:cNvSpPr>
            <a:spLocks noGrp="1"/>
          </p:cNvSpPr>
          <p:nvPr>
            <p:ph type="dt" sz="half" idx="10"/>
          </p:nvPr>
        </p:nvSpPr>
        <p:spPr/>
        <p:txBody>
          <a:bodyPr/>
          <a:lstStyle/>
          <a:p>
            <a:fld id="{36EF8E0E-57AE-D743-95EA-18CBB7A6A8D2}" type="datetimeFigureOut">
              <a:rPr lang="en-US" smtClean="0"/>
              <a:t>2/10/25</a:t>
            </a:fld>
            <a:endParaRPr lang="en-US"/>
          </a:p>
        </p:txBody>
      </p:sp>
      <p:sp>
        <p:nvSpPr>
          <p:cNvPr id="8" name="Footer Placeholder 7">
            <a:extLst>
              <a:ext uri="{FF2B5EF4-FFF2-40B4-BE49-F238E27FC236}">
                <a16:creationId xmlns:a16="http://schemas.microsoft.com/office/drawing/2014/main" id="{55538DFB-B777-237C-B31F-82FE119EA4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5F6CDF-D5FB-3F18-EFCD-65678C621720}"/>
              </a:ext>
            </a:extLst>
          </p:cNvPr>
          <p:cNvSpPr>
            <a:spLocks noGrp="1"/>
          </p:cNvSpPr>
          <p:nvPr>
            <p:ph type="sldNum" sz="quarter" idx="12"/>
          </p:nvPr>
        </p:nvSpPr>
        <p:spPr/>
        <p:txBody>
          <a:bodyPr/>
          <a:lstStyle/>
          <a:p>
            <a:fld id="{B1866133-943D-C94F-8EE1-DA00B7286B51}" type="slidenum">
              <a:rPr lang="en-US" smtClean="0"/>
              <a:t>‹#›</a:t>
            </a:fld>
            <a:endParaRPr lang="en-US"/>
          </a:p>
        </p:txBody>
      </p:sp>
    </p:spTree>
    <p:extLst>
      <p:ext uri="{BB962C8B-B14F-4D97-AF65-F5344CB8AC3E}">
        <p14:creationId xmlns:p14="http://schemas.microsoft.com/office/powerpoint/2010/main" val="358850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EEED-0374-5851-5074-A130B9C3DC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D2AEBD-98B5-285E-97F4-7AA373992513}"/>
              </a:ext>
            </a:extLst>
          </p:cNvPr>
          <p:cNvSpPr>
            <a:spLocks noGrp="1"/>
          </p:cNvSpPr>
          <p:nvPr>
            <p:ph type="dt" sz="half" idx="10"/>
          </p:nvPr>
        </p:nvSpPr>
        <p:spPr/>
        <p:txBody>
          <a:bodyPr/>
          <a:lstStyle/>
          <a:p>
            <a:fld id="{36EF8E0E-57AE-D743-95EA-18CBB7A6A8D2}" type="datetimeFigureOut">
              <a:rPr lang="en-US" smtClean="0"/>
              <a:t>2/10/25</a:t>
            </a:fld>
            <a:endParaRPr lang="en-US"/>
          </a:p>
        </p:txBody>
      </p:sp>
      <p:sp>
        <p:nvSpPr>
          <p:cNvPr id="4" name="Footer Placeholder 3">
            <a:extLst>
              <a:ext uri="{FF2B5EF4-FFF2-40B4-BE49-F238E27FC236}">
                <a16:creationId xmlns:a16="http://schemas.microsoft.com/office/drawing/2014/main" id="{A4A1C7D0-8319-945B-AF11-E1B2D06778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A95BC85-2494-AF4F-8226-7DB248A3F134}"/>
              </a:ext>
            </a:extLst>
          </p:cNvPr>
          <p:cNvSpPr>
            <a:spLocks noGrp="1"/>
          </p:cNvSpPr>
          <p:nvPr>
            <p:ph type="sldNum" sz="quarter" idx="12"/>
          </p:nvPr>
        </p:nvSpPr>
        <p:spPr/>
        <p:txBody>
          <a:bodyPr/>
          <a:lstStyle/>
          <a:p>
            <a:fld id="{B1866133-943D-C94F-8EE1-DA00B7286B51}" type="slidenum">
              <a:rPr lang="en-US" smtClean="0"/>
              <a:t>‹#›</a:t>
            </a:fld>
            <a:endParaRPr lang="en-US"/>
          </a:p>
        </p:txBody>
      </p:sp>
    </p:spTree>
    <p:extLst>
      <p:ext uri="{BB962C8B-B14F-4D97-AF65-F5344CB8AC3E}">
        <p14:creationId xmlns:p14="http://schemas.microsoft.com/office/powerpoint/2010/main" val="96741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29FFAB-8672-9C6E-2034-B2BA05255564}"/>
              </a:ext>
            </a:extLst>
          </p:cNvPr>
          <p:cNvSpPr>
            <a:spLocks noGrp="1"/>
          </p:cNvSpPr>
          <p:nvPr>
            <p:ph type="dt" sz="half" idx="10"/>
          </p:nvPr>
        </p:nvSpPr>
        <p:spPr/>
        <p:txBody>
          <a:bodyPr/>
          <a:lstStyle/>
          <a:p>
            <a:fld id="{36EF8E0E-57AE-D743-95EA-18CBB7A6A8D2}" type="datetimeFigureOut">
              <a:rPr lang="en-US" smtClean="0"/>
              <a:t>2/10/25</a:t>
            </a:fld>
            <a:endParaRPr lang="en-US"/>
          </a:p>
        </p:txBody>
      </p:sp>
      <p:sp>
        <p:nvSpPr>
          <p:cNvPr id="3" name="Footer Placeholder 2">
            <a:extLst>
              <a:ext uri="{FF2B5EF4-FFF2-40B4-BE49-F238E27FC236}">
                <a16:creationId xmlns:a16="http://schemas.microsoft.com/office/drawing/2014/main" id="{56064415-EA98-0499-CC54-4557F63BE7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BC86AD-342C-B349-3049-DE8221225BAD}"/>
              </a:ext>
            </a:extLst>
          </p:cNvPr>
          <p:cNvSpPr>
            <a:spLocks noGrp="1"/>
          </p:cNvSpPr>
          <p:nvPr>
            <p:ph type="sldNum" sz="quarter" idx="12"/>
          </p:nvPr>
        </p:nvSpPr>
        <p:spPr/>
        <p:txBody>
          <a:bodyPr/>
          <a:lstStyle/>
          <a:p>
            <a:fld id="{B1866133-943D-C94F-8EE1-DA00B7286B51}" type="slidenum">
              <a:rPr lang="en-US" smtClean="0"/>
              <a:t>‹#›</a:t>
            </a:fld>
            <a:endParaRPr lang="en-US"/>
          </a:p>
        </p:txBody>
      </p:sp>
    </p:spTree>
    <p:extLst>
      <p:ext uri="{BB962C8B-B14F-4D97-AF65-F5344CB8AC3E}">
        <p14:creationId xmlns:p14="http://schemas.microsoft.com/office/powerpoint/2010/main" val="2671786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B945F-7857-DC19-034A-73D2560F0D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26F971-99A0-BAE9-3EA1-2220DFE80E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FB73E0-579E-4A78-1CBF-11FE7096B4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16ADDF-6FB1-01CC-7310-2D2B22F0F901}"/>
              </a:ext>
            </a:extLst>
          </p:cNvPr>
          <p:cNvSpPr>
            <a:spLocks noGrp="1"/>
          </p:cNvSpPr>
          <p:nvPr>
            <p:ph type="dt" sz="half" idx="10"/>
          </p:nvPr>
        </p:nvSpPr>
        <p:spPr/>
        <p:txBody>
          <a:bodyPr/>
          <a:lstStyle/>
          <a:p>
            <a:fld id="{36EF8E0E-57AE-D743-95EA-18CBB7A6A8D2}" type="datetimeFigureOut">
              <a:rPr lang="en-US" smtClean="0"/>
              <a:t>2/10/25</a:t>
            </a:fld>
            <a:endParaRPr lang="en-US"/>
          </a:p>
        </p:txBody>
      </p:sp>
      <p:sp>
        <p:nvSpPr>
          <p:cNvPr id="6" name="Footer Placeholder 5">
            <a:extLst>
              <a:ext uri="{FF2B5EF4-FFF2-40B4-BE49-F238E27FC236}">
                <a16:creationId xmlns:a16="http://schemas.microsoft.com/office/drawing/2014/main" id="{1F86286E-39FC-153C-66B9-FFC8C115C0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496131-615B-182B-5DF7-8E5C098ACB40}"/>
              </a:ext>
            </a:extLst>
          </p:cNvPr>
          <p:cNvSpPr>
            <a:spLocks noGrp="1"/>
          </p:cNvSpPr>
          <p:nvPr>
            <p:ph type="sldNum" sz="quarter" idx="12"/>
          </p:nvPr>
        </p:nvSpPr>
        <p:spPr/>
        <p:txBody>
          <a:bodyPr/>
          <a:lstStyle/>
          <a:p>
            <a:fld id="{B1866133-943D-C94F-8EE1-DA00B7286B51}" type="slidenum">
              <a:rPr lang="en-US" smtClean="0"/>
              <a:t>‹#›</a:t>
            </a:fld>
            <a:endParaRPr lang="en-US"/>
          </a:p>
        </p:txBody>
      </p:sp>
    </p:spTree>
    <p:extLst>
      <p:ext uri="{BB962C8B-B14F-4D97-AF65-F5344CB8AC3E}">
        <p14:creationId xmlns:p14="http://schemas.microsoft.com/office/powerpoint/2010/main" val="2688405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BC13E-EE28-2A2F-96A7-DDEBEAA839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6D46A8-1896-6537-5B3F-037385FC1E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DF98A5-8396-905C-C59C-1004CA68BC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3D594A-E908-3E31-D2A7-5B69C785F5D7}"/>
              </a:ext>
            </a:extLst>
          </p:cNvPr>
          <p:cNvSpPr>
            <a:spLocks noGrp="1"/>
          </p:cNvSpPr>
          <p:nvPr>
            <p:ph type="dt" sz="half" idx="10"/>
          </p:nvPr>
        </p:nvSpPr>
        <p:spPr/>
        <p:txBody>
          <a:bodyPr/>
          <a:lstStyle/>
          <a:p>
            <a:fld id="{36EF8E0E-57AE-D743-95EA-18CBB7A6A8D2}" type="datetimeFigureOut">
              <a:rPr lang="en-US" smtClean="0"/>
              <a:t>2/10/25</a:t>
            </a:fld>
            <a:endParaRPr lang="en-US"/>
          </a:p>
        </p:txBody>
      </p:sp>
      <p:sp>
        <p:nvSpPr>
          <p:cNvPr id="6" name="Footer Placeholder 5">
            <a:extLst>
              <a:ext uri="{FF2B5EF4-FFF2-40B4-BE49-F238E27FC236}">
                <a16:creationId xmlns:a16="http://schemas.microsoft.com/office/drawing/2014/main" id="{892D2A0F-BD38-D818-7AB0-288A348FB1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125FCC-2B53-1C15-C46E-42FBEE2BC444}"/>
              </a:ext>
            </a:extLst>
          </p:cNvPr>
          <p:cNvSpPr>
            <a:spLocks noGrp="1"/>
          </p:cNvSpPr>
          <p:nvPr>
            <p:ph type="sldNum" sz="quarter" idx="12"/>
          </p:nvPr>
        </p:nvSpPr>
        <p:spPr/>
        <p:txBody>
          <a:bodyPr/>
          <a:lstStyle/>
          <a:p>
            <a:fld id="{B1866133-943D-C94F-8EE1-DA00B7286B51}" type="slidenum">
              <a:rPr lang="en-US" smtClean="0"/>
              <a:t>‹#›</a:t>
            </a:fld>
            <a:endParaRPr lang="en-US"/>
          </a:p>
        </p:txBody>
      </p:sp>
    </p:spTree>
    <p:extLst>
      <p:ext uri="{BB962C8B-B14F-4D97-AF65-F5344CB8AC3E}">
        <p14:creationId xmlns:p14="http://schemas.microsoft.com/office/powerpoint/2010/main" val="782545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B84DA-1E4B-6BA8-C4FE-0B2299B28B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4EC849-FDD0-0CCD-EAC5-3C9381A50D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FE502-9F09-60D9-F399-E1A8AA1E37B0}"/>
              </a:ext>
            </a:extLst>
          </p:cNvPr>
          <p:cNvSpPr>
            <a:spLocks noGrp="1"/>
          </p:cNvSpPr>
          <p:nvPr>
            <p:ph type="dt" sz="half" idx="10"/>
          </p:nvPr>
        </p:nvSpPr>
        <p:spPr/>
        <p:txBody>
          <a:bodyPr/>
          <a:lstStyle/>
          <a:p>
            <a:fld id="{36EF8E0E-57AE-D743-95EA-18CBB7A6A8D2}" type="datetimeFigureOut">
              <a:rPr lang="en-US" smtClean="0"/>
              <a:t>2/10/25</a:t>
            </a:fld>
            <a:endParaRPr lang="en-US"/>
          </a:p>
        </p:txBody>
      </p:sp>
      <p:sp>
        <p:nvSpPr>
          <p:cNvPr id="5" name="Footer Placeholder 4">
            <a:extLst>
              <a:ext uri="{FF2B5EF4-FFF2-40B4-BE49-F238E27FC236}">
                <a16:creationId xmlns:a16="http://schemas.microsoft.com/office/drawing/2014/main" id="{60B30433-B0A4-F784-D0AC-BF539E5B5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E16885-989F-0217-1A81-21B27037F8BD}"/>
              </a:ext>
            </a:extLst>
          </p:cNvPr>
          <p:cNvSpPr>
            <a:spLocks noGrp="1"/>
          </p:cNvSpPr>
          <p:nvPr>
            <p:ph type="sldNum" sz="quarter" idx="12"/>
          </p:nvPr>
        </p:nvSpPr>
        <p:spPr/>
        <p:txBody>
          <a:bodyPr/>
          <a:lstStyle/>
          <a:p>
            <a:fld id="{B1866133-943D-C94F-8EE1-DA00B7286B51}" type="slidenum">
              <a:rPr lang="en-US" smtClean="0"/>
              <a:t>‹#›</a:t>
            </a:fld>
            <a:endParaRPr lang="en-US"/>
          </a:p>
        </p:txBody>
      </p:sp>
    </p:spTree>
    <p:extLst>
      <p:ext uri="{BB962C8B-B14F-4D97-AF65-F5344CB8AC3E}">
        <p14:creationId xmlns:p14="http://schemas.microsoft.com/office/powerpoint/2010/main" val="2613748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395800-11DF-A092-63EF-9D6D15DB07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9573A5-7D07-74A8-479E-F1FD96D1C2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0F2D02-F5A0-3379-9FD3-DEC352B6052D}"/>
              </a:ext>
            </a:extLst>
          </p:cNvPr>
          <p:cNvSpPr>
            <a:spLocks noGrp="1"/>
          </p:cNvSpPr>
          <p:nvPr>
            <p:ph type="dt" sz="half" idx="10"/>
          </p:nvPr>
        </p:nvSpPr>
        <p:spPr/>
        <p:txBody>
          <a:bodyPr/>
          <a:lstStyle/>
          <a:p>
            <a:fld id="{36EF8E0E-57AE-D743-95EA-18CBB7A6A8D2}" type="datetimeFigureOut">
              <a:rPr lang="en-US" smtClean="0"/>
              <a:t>2/10/25</a:t>
            </a:fld>
            <a:endParaRPr lang="en-US"/>
          </a:p>
        </p:txBody>
      </p:sp>
      <p:sp>
        <p:nvSpPr>
          <p:cNvPr id="5" name="Footer Placeholder 4">
            <a:extLst>
              <a:ext uri="{FF2B5EF4-FFF2-40B4-BE49-F238E27FC236}">
                <a16:creationId xmlns:a16="http://schemas.microsoft.com/office/drawing/2014/main" id="{C7734F7F-1C1E-B75C-D84E-06715C51C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D39BE3-0639-E5F8-C485-E3C3A5927665}"/>
              </a:ext>
            </a:extLst>
          </p:cNvPr>
          <p:cNvSpPr>
            <a:spLocks noGrp="1"/>
          </p:cNvSpPr>
          <p:nvPr>
            <p:ph type="sldNum" sz="quarter" idx="12"/>
          </p:nvPr>
        </p:nvSpPr>
        <p:spPr/>
        <p:txBody>
          <a:bodyPr/>
          <a:lstStyle/>
          <a:p>
            <a:fld id="{B1866133-943D-C94F-8EE1-DA00B7286B51}" type="slidenum">
              <a:rPr lang="en-US" smtClean="0"/>
              <a:t>‹#›</a:t>
            </a:fld>
            <a:endParaRPr lang="en-US"/>
          </a:p>
        </p:txBody>
      </p:sp>
    </p:spTree>
    <p:extLst>
      <p:ext uri="{BB962C8B-B14F-4D97-AF65-F5344CB8AC3E}">
        <p14:creationId xmlns:p14="http://schemas.microsoft.com/office/powerpoint/2010/main" val="3496073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435BA1-66D4-1612-FE28-B52DF05799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8FB807-19F6-5DB4-4070-EF2BB3B753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67CF92-971E-32CA-F013-ECC584951D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EF8E0E-57AE-D743-95EA-18CBB7A6A8D2}" type="datetimeFigureOut">
              <a:rPr lang="en-US" smtClean="0"/>
              <a:t>2/10/25</a:t>
            </a:fld>
            <a:endParaRPr lang="en-US"/>
          </a:p>
        </p:txBody>
      </p:sp>
      <p:sp>
        <p:nvSpPr>
          <p:cNvPr id="5" name="Footer Placeholder 4">
            <a:extLst>
              <a:ext uri="{FF2B5EF4-FFF2-40B4-BE49-F238E27FC236}">
                <a16:creationId xmlns:a16="http://schemas.microsoft.com/office/drawing/2014/main" id="{40C4A06A-7D44-E20A-3284-CD7383BD93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A9B760-0989-3C8C-221C-40622712AD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866133-943D-C94F-8EE1-DA00B7286B51}" type="slidenum">
              <a:rPr lang="en-US" smtClean="0"/>
              <a:t>‹#›</a:t>
            </a:fld>
            <a:endParaRPr lang="en-US"/>
          </a:p>
        </p:txBody>
      </p:sp>
    </p:spTree>
    <p:extLst>
      <p:ext uri="{BB962C8B-B14F-4D97-AF65-F5344CB8AC3E}">
        <p14:creationId xmlns:p14="http://schemas.microsoft.com/office/powerpoint/2010/main" val="2071330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A1632C-0593-5F7A-4DA1-2E47C430D531}"/>
              </a:ext>
            </a:extLst>
          </p:cNvPr>
          <p:cNvSpPr txBox="1"/>
          <p:nvPr/>
        </p:nvSpPr>
        <p:spPr>
          <a:xfrm>
            <a:off x="0" y="0"/>
            <a:ext cx="7000956" cy="369332"/>
          </a:xfrm>
          <a:prstGeom prst="rect">
            <a:avLst/>
          </a:prstGeom>
          <a:noFill/>
        </p:spPr>
        <p:txBody>
          <a:bodyPr wrap="none" rtlCol="0">
            <a:spAutoFit/>
          </a:bodyPr>
          <a:lstStyle/>
          <a:p>
            <a:r>
              <a:rPr lang="en-US" dirty="0"/>
              <a:t>Just some thoughts…..A hypothetical comparison of the two methods</a:t>
            </a:r>
          </a:p>
        </p:txBody>
      </p:sp>
      <p:sp>
        <p:nvSpPr>
          <p:cNvPr id="6" name="TextBox 5">
            <a:extLst>
              <a:ext uri="{FF2B5EF4-FFF2-40B4-BE49-F238E27FC236}">
                <a16:creationId xmlns:a16="http://schemas.microsoft.com/office/drawing/2014/main" id="{BD8C2702-029D-7CF6-0C13-91539EB010EC}"/>
              </a:ext>
            </a:extLst>
          </p:cNvPr>
          <p:cNvSpPr txBox="1"/>
          <p:nvPr/>
        </p:nvSpPr>
        <p:spPr>
          <a:xfrm>
            <a:off x="0" y="2413337"/>
            <a:ext cx="12192000" cy="2031325"/>
          </a:xfrm>
          <a:prstGeom prst="rect">
            <a:avLst/>
          </a:prstGeom>
          <a:noFill/>
        </p:spPr>
        <p:txBody>
          <a:bodyPr wrap="square" rtlCol="0">
            <a:spAutoFit/>
          </a:bodyPr>
          <a:lstStyle/>
          <a:p>
            <a:pPr algn="ctr"/>
            <a:r>
              <a:rPr lang="en-US" b="1" u="sng" dirty="0"/>
              <a:t>ATaCR</a:t>
            </a:r>
          </a:p>
          <a:p>
            <a:pPr marL="342900" indent="-342900">
              <a:buFont typeface="+mj-lt"/>
              <a:buAutoNum type="arabicPeriod"/>
            </a:pPr>
            <a:r>
              <a:rPr lang="en-US" dirty="0">
                <a:highlight>
                  <a:srgbClr val="FFFF00"/>
                </a:highlight>
              </a:rPr>
              <a:t>Well established method that has proven to reduce specifically compliance and tilt noise.</a:t>
            </a:r>
          </a:p>
          <a:p>
            <a:pPr marL="342900" indent="-342900">
              <a:buFont typeface="+mj-lt"/>
              <a:buAutoNum type="arabicPeriod"/>
            </a:pPr>
            <a:r>
              <a:rPr lang="en-US" dirty="0">
                <a:highlight>
                  <a:srgbClr val="00FFFF"/>
                </a:highlight>
              </a:rPr>
              <a:t>Requires coherence with other components.</a:t>
            </a:r>
          </a:p>
          <a:p>
            <a:pPr marL="342900" indent="-342900">
              <a:buFont typeface="+mj-lt"/>
              <a:buAutoNum type="arabicPeriod"/>
            </a:pPr>
            <a:r>
              <a:rPr lang="en-US" dirty="0">
                <a:highlight>
                  <a:srgbClr val="FF00FF"/>
                </a:highlight>
              </a:rPr>
              <a:t>Only works on vertical (but +1 via An et al ‘22?)</a:t>
            </a:r>
          </a:p>
          <a:p>
            <a:pPr marL="342900" indent="-342900">
              <a:buFont typeface="+mj-lt"/>
              <a:buAutoNum type="arabicPeriod"/>
            </a:pPr>
            <a:r>
              <a:rPr lang="en-US" dirty="0">
                <a:highlight>
                  <a:srgbClr val="00FF00"/>
                </a:highlight>
              </a:rPr>
              <a:t>Sensitive to deployment parameters (namely depth)</a:t>
            </a:r>
          </a:p>
          <a:p>
            <a:pPr marL="342900" indent="-342900">
              <a:buFont typeface="+mj-lt"/>
              <a:buAutoNum type="arabicPeriod"/>
            </a:pPr>
            <a:r>
              <a:rPr lang="en-US" dirty="0">
                <a:highlight>
                  <a:srgbClr val="FF0000"/>
                </a:highlight>
              </a:rPr>
              <a:t>Maximum frequency limited to infragravity sensitivity</a:t>
            </a:r>
          </a:p>
          <a:p>
            <a:pPr marL="342900" indent="-342900">
              <a:buFont typeface="+mj-lt"/>
              <a:buAutoNum type="arabicPeriod"/>
            </a:pPr>
            <a:endParaRPr lang="en-US" dirty="0">
              <a:highlight>
                <a:srgbClr val="FF0000"/>
              </a:highlight>
            </a:endParaRPr>
          </a:p>
        </p:txBody>
      </p:sp>
      <p:sp>
        <p:nvSpPr>
          <p:cNvPr id="9" name="TextBox 8">
            <a:extLst>
              <a:ext uri="{FF2B5EF4-FFF2-40B4-BE49-F238E27FC236}">
                <a16:creationId xmlns:a16="http://schemas.microsoft.com/office/drawing/2014/main" id="{40991A79-696D-7839-19C5-25D5842D2C39}"/>
              </a:ext>
            </a:extLst>
          </p:cNvPr>
          <p:cNvSpPr txBox="1"/>
          <p:nvPr/>
        </p:nvSpPr>
        <p:spPr>
          <a:xfrm>
            <a:off x="0" y="276998"/>
            <a:ext cx="12192000" cy="2308324"/>
          </a:xfrm>
          <a:prstGeom prst="rect">
            <a:avLst/>
          </a:prstGeom>
          <a:noFill/>
        </p:spPr>
        <p:txBody>
          <a:bodyPr wrap="square" rtlCol="0">
            <a:spAutoFit/>
          </a:bodyPr>
          <a:lstStyle/>
          <a:p>
            <a:pPr algn="ctr"/>
            <a:r>
              <a:rPr lang="en-US" b="1" u="sng" dirty="0"/>
              <a:t>NoiseCut</a:t>
            </a:r>
          </a:p>
          <a:p>
            <a:pPr marL="342900" indent="-342900">
              <a:buFont typeface="+mj-lt"/>
              <a:buAutoNum type="arabicPeriod"/>
            </a:pPr>
            <a:r>
              <a:rPr lang="en-US" dirty="0">
                <a:highlight>
                  <a:srgbClr val="FFFF00"/>
                </a:highlight>
              </a:rPr>
              <a:t>Very untested. It reduces noise but the distinction of what (tilt/compliance/other) and relatively how much is unknown.</a:t>
            </a:r>
          </a:p>
          <a:p>
            <a:pPr marL="342900" indent="-342900">
              <a:buFont typeface="+mj-lt"/>
              <a:buAutoNum type="arabicPeriod"/>
            </a:pPr>
            <a:r>
              <a:rPr lang="en-US" dirty="0">
                <a:highlight>
                  <a:srgbClr val="00FFFF"/>
                </a:highlight>
              </a:rPr>
              <a:t>Does not require any other components.</a:t>
            </a:r>
          </a:p>
          <a:p>
            <a:pPr marL="342900" indent="-342900">
              <a:buFont typeface="+mj-lt"/>
              <a:buAutoNum type="arabicPeriod"/>
            </a:pPr>
            <a:r>
              <a:rPr lang="en-US" dirty="0">
                <a:highlight>
                  <a:srgbClr val="FF00FF"/>
                </a:highlight>
              </a:rPr>
              <a:t>Works on all three components</a:t>
            </a:r>
          </a:p>
          <a:p>
            <a:pPr marL="342900" indent="-342900">
              <a:buFont typeface="+mj-lt"/>
              <a:buAutoNum type="arabicPeriod"/>
            </a:pPr>
            <a:r>
              <a:rPr lang="en-US" dirty="0">
                <a:highlight>
                  <a:srgbClr val="00FF00"/>
                </a:highlight>
              </a:rPr>
              <a:t>Deployment sensitivity unknown. Likely insensitive based on latest results</a:t>
            </a:r>
          </a:p>
          <a:p>
            <a:pPr marL="342900" indent="-342900">
              <a:buFont typeface="+mj-lt"/>
              <a:buAutoNum type="arabicPeriod"/>
            </a:pPr>
            <a:r>
              <a:rPr lang="en-US" dirty="0">
                <a:highlight>
                  <a:srgbClr val="FF0000"/>
                </a:highlight>
              </a:rPr>
              <a:t>Presumably, has no maximum frequency.</a:t>
            </a:r>
          </a:p>
          <a:p>
            <a:pPr marL="342900" indent="-342900">
              <a:buFont typeface="+mj-lt"/>
              <a:buAutoNum type="arabicPeriod"/>
            </a:pPr>
            <a:endParaRPr lang="en-US" dirty="0"/>
          </a:p>
          <a:p>
            <a:pPr marL="342900" indent="-342900">
              <a:buFont typeface="+mj-lt"/>
              <a:buAutoNum type="arabicPeriod"/>
            </a:pPr>
            <a:endParaRPr lang="en-US" dirty="0"/>
          </a:p>
        </p:txBody>
      </p:sp>
      <p:sp>
        <p:nvSpPr>
          <p:cNvPr id="10" name="TextBox 9">
            <a:extLst>
              <a:ext uri="{FF2B5EF4-FFF2-40B4-BE49-F238E27FC236}">
                <a16:creationId xmlns:a16="http://schemas.microsoft.com/office/drawing/2014/main" id="{F6C2B778-805F-9720-2759-470E039A1985}"/>
              </a:ext>
            </a:extLst>
          </p:cNvPr>
          <p:cNvSpPr txBox="1"/>
          <p:nvPr/>
        </p:nvSpPr>
        <p:spPr>
          <a:xfrm>
            <a:off x="0" y="4171084"/>
            <a:ext cx="12192000" cy="2708434"/>
          </a:xfrm>
          <a:prstGeom prst="rect">
            <a:avLst/>
          </a:prstGeom>
          <a:noFill/>
        </p:spPr>
        <p:txBody>
          <a:bodyPr wrap="square" rtlCol="0">
            <a:spAutoFit/>
          </a:bodyPr>
          <a:lstStyle/>
          <a:p>
            <a:r>
              <a:rPr lang="en-US" sz="1600" b="1" dirty="0"/>
              <a:t>Just from the above, what do I think is going to be the overall outcome of this study</a:t>
            </a:r>
            <a:r>
              <a:rPr lang="en-US" sz="1400" b="1" dirty="0"/>
              <a:t>: </a:t>
            </a:r>
          </a:p>
          <a:p>
            <a:r>
              <a:rPr lang="en-US" sz="1400" dirty="0"/>
              <a:t>	NoiseCut does not reduce compliance and tilt noise as much as ATaCR can, and by extension does not reduce as much noise overall as ATaCR. However, stations with less overlap between the microseism and infragravity (in frequency, e.g. </a:t>
            </a:r>
            <a:r>
              <a:rPr lang="en-US" sz="1400" b="1" dirty="0"/>
              <a:t>deep</a:t>
            </a:r>
            <a:r>
              <a:rPr lang="en-US" sz="1400" dirty="0"/>
              <a:t> </a:t>
            </a:r>
            <a:r>
              <a:rPr lang="en-US" sz="1400" b="1" dirty="0"/>
              <a:t>OBS</a:t>
            </a:r>
            <a:r>
              <a:rPr lang="en-US" sz="1400" dirty="0"/>
              <a:t>)</a:t>
            </a:r>
            <a:r>
              <a:rPr lang="en-US" sz="1400" b="1" dirty="0"/>
              <a:t> may show they benefit more from NoiseCut than from ATaCR</a:t>
            </a:r>
            <a:r>
              <a:rPr lang="en-US" sz="1400" dirty="0"/>
              <a:t> since they have (typically) a higher secondary microseism peak compared to the infragravity peak. </a:t>
            </a:r>
          </a:p>
          <a:p>
            <a:r>
              <a:rPr lang="en-US" sz="1400" dirty="0"/>
              <a:t>	Thus, how much ATaCR has an overall greater influence on noise reduction (across </a:t>
            </a:r>
            <a:r>
              <a:rPr lang="en-US" sz="1400" b="1" u="sng" dirty="0"/>
              <a:t>all</a:t>
            </a:r>
            <a:r>
              <a:rPr lang="en-US" sz="1400" dirty="0"/>
              <a:t> frequencies &lt;1Hz) compared to NoiseCut would be </a:t>
            </a:r>
            <a:r>
              <a:rPr lang="en-US" sz="1400" b="1" dirty="0"/>
              <a:t>inversely proportional to a station’s depth</a:t>
            </a:r>
            <a:r>
              <a:rPr lang="en-US" sz="1400" dirty="0"/>
              <a:t>. Conversely, since tilt-noise is dominated at frequencies with horizontal motion sourced from ocean-bottom currents following the same inverse-square relationship with depth, the efficacy of NoiseCut compared to ATaCR will be </a:t>
            </a:r>
            <a:r>
              <a:rPr lang="en-US" sz="1400" b="1" dirty="0"/>
              <a:t>proportional</a:t>
            </a:r>
            <a:r>
              <a:rPr lang="en-US" sz="1400" dirty="0"/>
              <a:t> </a:t>
            </a:r>
            <a:r>
              <a:rPr lang="en-US" sz="1400" b="1" dirty="0"/>
              <a:t>to station depth</a:t>
            </a:r>
            <a:r>
              <a:rPr lang="en-US" sz="1400" dirty="0"/>
              <a:t>. 	Consequently, there is going to be a depth at which the relative change in the noise spectra for a teleseismic event following either method is essentially the same. The importance of this distinction is relative to the target of any given study, where shallow OBS using the data at frequencies below the IG maximum will benefit more from ATaCR, and deep OBS using higher frequencies than the IG maximum will benefit more from NoiseCut. </a:t>
            </a:r>
            <a:r>
              <a:rPr lang="en-US" sz="1400" b="1" dirty="0"/>
              <a:t>In short, ATaCR beats NoiseCut in most scenarios but the validity of that falls off with depth leading to deployment specific specific gray areas particularly for deep OBS.</a:t>
            </a:r>
          </a:p>
        </p:txBody>
      </p:sp>
    </p:spTree>
    <p:extLst>
      <p:ext uri="{BB962C8B-B14F-4D97-AF65-F5344CB8AC3E}">
        <p14:creationId xmlns:p14="http://schemas.microsoft.com/office/powerpoint/2010/main" val="2611789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393</Words>
  <Application>Microsoft Macintosh PowerPoint</Application>
  <PresentationFormat>Widescreen</PresentationFormat>
  <Paragraphs>16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Charles Hoots</dc:creator>
  <cp:lastModifiedBy>Charles Hoots</cp:lastModifiedBy>
  <cp:revision>2</cp:revision>
  <dcterms:created xsi:type="dcterms:W3CDTF">2025-02-10T22:33:01Z</dcterms:created>
  <dcterms:modified xsi:type="dcterms:W3CDTF">2025-02-11T00:28:15Z</dcterms:modified>
</cp:coreProperties>
</file>